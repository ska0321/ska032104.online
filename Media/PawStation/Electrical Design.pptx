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0d9ec244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0d9ec244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a13435da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a13435da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a13435da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a13435da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a13435da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a13435da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a13435da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a13435da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a13435da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a13435da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a13435da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a13435da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a13435da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a13435da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a13435da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a13435da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a13435da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a13435da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a13435da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a13435da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afc90e5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afc90e5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a41b6129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a41b6129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0d9ec244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0d9ec244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a13435da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a13435da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a13435da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a13435da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1789692" y="10867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PawStation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3200" y="0"/>
            <a:ext cx="4013899" cy="522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651" y="0"/>
            <a:ext cx="40126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5735318" y="2174700"/>
            <a:ext cx="3775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Overview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952096" y="3823725"/>
            <a:ext cx="1429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Display Driver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power_sys.png"/>
          <p:cNvPicPr preferRelativeResize="0"/>
          <p:nvPr/>
        </p:nvPicPr>
        <p:blipFill rotWithShape="1">
          <a:blip r:embed="rId3">
            <a:alphaModFix/>
          </a:blip>
          <a:srcRect b="0" l="0" r="0" t="13801"/>
          <a:stretch/>
        </p:blipFill>
        <p:spPr>
          <a:xfrm>
            <a:off x="0" y="1722624"/>
            <a:ext cx="9144002" cy="19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2712243" y="635300"/>
            <a:ext cx="3775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Power System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906041" y="4097225"/>
            <a:ext cx="3775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Provide 12V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230" y="1038425"/>
            <a:ext cx="8441521" cy="43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2581964" y="0"/>
            <a:ext cx="3980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Buck Converter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766913" y="3826150"/>
            <a:ext cx="3315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highlight>
                  <a:schemeClr val="dk1"/>
                </a:highlight>
              </a:rPr>
              <a:t>Make into 5V for Pi</a:t>
            </a:r>
            <a:endParaRPr sz="28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11150"/>
            <a:ext cx="3731475" cy="40817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2006398" y="4198775"/>
            <a:ext cx="2565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TMC2209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3008197" y="117050"/>
            <a:ext cx="3980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NEMA 17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1883275" y="174225"/>
            <a:ext cx="6382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TMC2209 Motor Driver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625" y="1106650"/>
            <a:ext cx="3091648" cy="385469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728100" y="257175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https://biqu.equipment/products/bigtreetech-tmc2209-stepper-motor-driver-for-3d-printer-board-vs-tmc2208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3289198" y="251450"/>
            <a:ext cx="2565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TMC2209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25" y="996675"/>
            <a:ext cx="8083373" cy="379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/>
        </p:nvSpPr>
        <p:spPr>
          <a:xfrm>
            <a:off x="3289198" y="251450"/>
            <a:ext cx="2565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TMC2209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00" y="1197950"/>
            <a:ext cx="3743322" cy="379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5343675" y="1509850"/>
            <a:ext cx="30000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Most StepStick-style boards set current with a </a:t>
            </a:r>
            <a:r>
              <a:rPr b="1" lang="en" sz="1100">
                <a:solidFill>
                  <a:schemeClr val="lt1"/>
                </a:solidFill>
              </a:rPr>
              <a:t>tiny potentiometer</a:t>
            </a:r>
            <a:r>
              <a:rPr lang="en" sz="1100">
                <a:solidFill>
                  <a:schemeClr val="lt1"/>
                </a:solidFill>
              </a:rPr>
              <a:t> (Vref trim pot).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So you: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lang="en" sz="1100">
                <a:solidFill>
                  <a:schemeClr val="lt1"/>
                </a:solidFill>
              </a:rPr>
              <a:t>Power the driver (VMOT on, logic on)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lang="en" sz="1100">
                <a:solidFill>
                  <a:schemeClr val="lt1"/>
                </a:solidFill>
              </a:rPr>
              <a:t>Measure </a:t>
            </a:r>
            <a:r>
              <a:rPr b="1" lang="en" sz="1100">
                <a:solidFill>
                  <a:schemeClr val="lt1"/>
                </a:solidFill>
              </a:rPr>
              <a:t>Vref</a:t>
            </a:r>
            <a:r>
              <a:rPr lang="en" sz="1100">
                <a:solidFill>
                  <a:schemeClr val="lt1"/>
                </a:solidFill>
              </a:rPr>
              <a:t> at the test pad / potentiometer wiper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lang="en" sz="1100">
                <a:solidFill>
                  <a:schemeClr val="lt1"/>
                </a:solidFill>
              </a:rPr>
              <a:t>Turn pot slightly until Vref corresponds to desired current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lang="en" sz="1100">
                <a:solidFill>
                  <a:schemeClr val="lt1"/>
                </a:solidFill>
              </a:rPr>
              <a:t>Our </a:t>
            </a:r>
            <a:r>
              <a:rPr lang="en" sz="1100">
                <a:solidFill>
                  <a:schemeClr val="lt1"/>
                </a:solidFill>
              </a:rPr>
              <a:t>motor</a:t>
            </a:r>
            <a:r>
              <a:rPr lang="en" sz="1100">
                <a:solidFill>
                  <a:schemeClr val="lt1"/>
                </a:solidFill>
              </a:rPr>
              <a:t> is 2A max, so </a:t>
            </a:r>
            <a:r>
              <a:rPr lang="en" sz="1100">
                <a:solidFill>
                  <a:schemeClr val="lt1"/>
                </a:solidFill>
              </a:rPr>
              <a:t>calibrate</a:t>
            </a:r>
            <a:r>
              <a:rPr lang="en" sz="1100">
                <a:solidFill>
                  <a:schemeClr val="lt1"/>
                </a:solidFill>
              </a:rPr>
              <a:t> to 1~1.5A 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/>
          <p:cNvPicPr preferRelativeResize="0"/>
          <p:nvPr/>
        </p:nvPicPr>
        <p:blipFill rotWithShape="1">
          <a:blip r:embed="rId3">
            <a:alphaModFix/>
          </a:blip>
          <a:srcRect b="0" l="0" r="48025" t="0"/>
          <a:stretch/>
        </p:blipFill>
        <p:spPr>
          <a:xfrm>
            <a:off x="890034" y="1185075"/>
            <a:ext cx="7363940" cy="558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1184875" y="277625"/>
            <a:ext cx="70125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MH(Load Cell Module)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3826775" y="446900"/>
            <a:ext cx="2624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MH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913" y="1241000"/>
            <a:ext cx="8794174" cy="348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/>
        </p:nvSpPr>
        <p:spPr>
          <a:xfrm>
            <a:off x="4229950" y="446900"/>
            <a:ext cx="2624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MH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 rotWithShape="1">
          <a:blip r:embed="rId3">
            <a:alphaModFix/>
          </a:blip>
          <a:srcRect b="0" l="17116" r="0" t="0"/>
          <a:stretch/>
        </p:blipFill>
        <p:spPr>
          <a:xfrm>
            <a:off x="1386076" y="1241000"/>
            <a:ext cx="6696426" cy="359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/>
        </p:nvSpPr>
        <p:spPr>
          <a:xfrm>
            <a:off x="3156650" y="177775"/>
            <a:ext cx="362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Display Unit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6727" y="971875"/>
            <a:ext cx="3550269" cy="40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487" y="781888"/>
            <a:ext cx="6632977" cy="419677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2207800" y="0"/>
            <a:ext cx="60144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NHD-C12832A1Z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/>
          <p:cNvPicPr preferRelativeResize="0"/>
          <p:nvPr/>
        </p:nvPicPr>
        <p:blipFill rotWithShape="1">
          <a:blip r:embed="rId3">
            <a:alphaModFix/>
          </a:blip>
          <a:srcRect b="0" l="0" r="0" t="6446"/>
          <a:stretch/>
        </p:blipFill>
        <p:spPr>
          <a:xfrm>
            <a:off x="1430225" y="867425"/>
            <a:ext cx="6670001" cy="452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/>
        </p:nvSpPr>
        <p:spPr>
          <a:xfrm>
            <a:off x="4077075" y="73325"/>
            <a:ext cx="3624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RTC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ctrTitle"/>
          </p:nvPr>
        </p:nvSpPr>
        <p:spPr>
          <a:xfrm>
            <a:off x="3176527" y="268100"/>
            <a:ext cx="61077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Camera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7" name="Google Shape;147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550" y="1206248"/>
            <a:ext cx="7396924" cy="377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/>
        </p:nvSpPr>
        <p:spPr>
          <a:xfrm>
            <a:off x="4105049" y="214800"/>
            <a:ext cx="1138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RPi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263" y="929175"/>
            <a:ext cx="7207469" cy="382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/>
        </p:nvSpPr>
        <p:spPr>
          <a:xfrm>
            <a:off x="4105049" y="214800"/>
            <a:ext cx="11388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RPi</a:t>
            </a:r>
            <a:endParaRPr sz="4200">
              <a:solidFill>
                <a:schemeClr val="lt1"/>
              </a:solidFill>
            </a:endParaRPr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590" y="907450"/>
            <a:ext cx="6332826" cy="416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